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Detail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Project in C Language</a:t>
            </a:r>
          </a:p>
          <a:p>
            <a:r>
              <a:t>• Pragati Engineering College, Surampalem</a:t>
            </a:r>
          </a:p>
          <a:p>
            <a:r>
              <a:t>• Automates student data handling</a:t>
            </a:r>
          </a:p>
          <a:p>
            <a:r>
              <a:t>• Uses structured programming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Stores and manages student information</a:t>
            </a:r>
          </a:p>
          <a:p>
            <a:r>
              <a:t>• Reduces manual errors</a:t>
            </a:r>
          </a:p>
          <a:p>
            <a:r>
              <a:t>• Uses structures, arrays and loops</a:t>
            </a:r>
          </a:p>
          <a:p>
            <a:r>
              <a:t>• Improves data handling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Roll No, Name and Marks</a:t>
            </a:r>
          </a:p>
          <a:p>
            <a:r>
              <a:t>• Display student records clearly</a:t>
            </a:r>
          </a:p>
          <a:p>
            <a:r>
              <a:t>• Build modular C code</a:t>
            </a:r>
          </a:p>
          <a:p>
            <a:r>
              <a:t>• Demonstrate structure usage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Student Management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systems are slow</a:t>
            </a:r>
          </a:p>
          <a:p>
            <a:r>
              <a:t>• Errors occur in handwritten data</a:t>
            </a:r>
          </a:p>
          <a:p>
            <a:r>
              <a:t>• Computerized system improves accuracy</a:t>
            </a:r>
          </a:p>
          <a:p>
            <a:r>
              <a:t>• Data remains organized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multiple students</a:t>
            </a:r>
          </a:p>
          <a:p>
            <a:r>
              <a:t>• Structured data storage</a:t>
            </a:r>
          </a:p>
          <a:p>
            <a:r>
              <a:t>• Clear formatted output</a:t>
            </a:r>
          </a:p>
          <a:p>
            <a:r>
              <a:t>• Easy to expand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Programming Language: C</a:t>
            </a:r>
          </a:p>
          <a:p>
            <a:r>
              <a:t>• Concepts: Structures and Arrays</a:t>
            </a:r>
          </a:p>
          <a:p>
            <a:r>
              <a:t>• Loops for repeated operations</a:t>
            </a:r>
          </a:p>
          <a:p>
            <a:r>
              <a:t>• Functions for modularity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Module: Accepts details</a:t>
            </a:r>
          </a:p>
          <a:p>
            <a:r>
              <a:t>• Storage Module: Saves in structures</a:t>
            </a:r>
          </a:p>
          <a:p>
            <a:r>
              <a:t>• Output Module: Displays details</a:t>
            </a:r>
          </a:p>
          <a:p>
            <a:r>
              <a:t>• Simple linear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struct Student { int rollno; char name[50]; float marks; };</a:t>
            </a:r>
          </a:p>
          <a:p>
            <a:r>
              <a:t>• Combines different fields</a:t>
            </a:r>
          </a:p>
          <a:p>
            <a:r>
              <a:t>• Simplifies data handling</a:t>
            </a:r>
          </a:p>
          <a:p>
            <a:r>
              <a:t>• Easy for beginners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Enter number of students</a:t>
            </a:r>
          </a:p>
          <a:p>
            <a:r>
              <a:t>• Input their details</a:t>
            </a:r>
          </a:p>
          <a:p>
            <a:r>
              <a:t>• Store in structure array</a:t>
            </a:r>
          </a:p>
          <a:p>
            <a:r>
              <a:t>• Print final records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for(i = 0; i &lt; n; i++) {</a:t>
            </a:r>
          </a:p>
          <a:p>
            <a:r>
              <a:t>  scanf("%d", &amp;s[i].rollno);</a:t>
            </a:r>
          </a:p>
          <a:p>
            <a:r>
              <a:t>  scanf("%s", s[i].name);</a:t>
            </a:r>
          </a:p>
          <a:p>
            <a:r>
              <a:t>  scanf("%f", &amp;s[i].marks);</a:t>
            </a:r>
          </a:p>
          <a:p>
            <a:r>
              <a:t>}</a:t>
            </a:r>
          </a:p>
          <a:p>
            <a:r>
              <a:t>• Handles all inputs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Displays all students</a:t>
            </a:r>
          </a:p>
          <a:p>
            <a:r>
              <a:t>• Shows Roll No, Name and Marks</a:t>
            </a:r>
          </a:p>
          <a:p>
            <a:r>
              <a:t>• Easy to read</a:t>
            </a:r>
          </a:p>
          <a:p>
            <a:r>
              <a:t>• Simple formatting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Beginner-friendly project</a:t>
            </a:r>
          </a:p>
          <a:p>
            <a:r>
              <a:t>• Clear structure implementation</a:t>
            </a:r>
          </a:p>
          <a:p>
            <a:r>
              <a:t>• Expandable for future features</a:t>
            </a:r>
          </a:p>
          <a:p>
            <a:r>
              <a:t>• Useful for academic purpose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Demonstrates structure-based programming</a:t>
            </a:r>
          </a:p>
          <a:p>
            <a:r>
              <a:t>• Good example of data management</a:t>
            </a:r>
          </a:p>
          <a:p>
            <a:r>
              <a:t>• Simple and effective project</a:t>
            </a:r>
          </a:p>
          <a:p>
            <a:r>
              <a:t>• Suitable for students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